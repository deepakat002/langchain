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5" r:id="rId1"/>
  </p:sldMasterIdLst>
  <p:notesMasterIdLst>
    <p:notesMasterId r:id="rId7"/>
  </p:notesMasterIdLst>
  <p:sldIdLst>
    <p:sldId id="274" r:id="rId2"/>
    <p:sldId id="300" r:id="rId3"/>
    <p:sldId id="306" r:id="rId4"/>
    <p:sldId id="308" r:id="rId5"/>
    <p:sldId id="30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  <a:srgbClr val="CC3300"/>
    <a:srgbClr val="E40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F6987B-4077-41BF-97D4-EA38746EFAB3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065E2-8AB8-4848-955E-6C0D5851B9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824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047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57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231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424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59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4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992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062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369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2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7586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40886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286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8756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2074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666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54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493930-47BE-40BC-A32D-4F995F4BBD55}" type="datetimeFigureOut">
              <a:rPr lang="en-US" smtClean="0"/>
              <a:t>6/15/2025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41980-23F0-4728-8D90-69C6C1C213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78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  <p:sldLayoutId id="2147483917" r:id="rId12"/>
    <p:sldLayoutId id="2147483918" r:id="rId13"/>
    <p:sldLayoutId id="2147483919" r:id="rId14"/>
    <p:sldLayoutId id="2147483920" r:id="rId15"/>
    <p:sldLayoutId id="2147483921" r:id="rId16"/>
    <p:sldLayoutId id="2147483922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python.langchain.com/docs/concepts/embedding_models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CCABFDC-FBF9-BE8E-2A7D-FF9A1D04D407}"/>
              </a:ext>
            </a:extLst>
          </p:cNvPr>
          <p:cNvSpPr/>
          <p:nvPr/>
        </p:nvSpPr>
        <p:spPr>
          <a:xfrm>
            <a:off x="5128260" y="3354706"/>
            <a:ext cx="2378546" cy="4571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095605" y="2630984"/>
            <a:ext cx="40007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/>
              <a:t>Embeddings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820418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08B89-5367-2053-B021-660A67AD5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C352C240-F0F2-1C05-66A6-A82E909F6A21}"/>
              </a:ext>
            </a:extLst>
          </p:cNvPr>
          <p:cNvSpPr/>
          <p:nvPr/>
        </p:nvSpPr>
        <p:spPr>
          <a:xfrm>
            <a:off x="2101645" y="340139"/>
            <a:ext cx="776748" cy="845575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Flowchart: Multidocument 3">
            <a:extLst>
              <a:ext uri="{FF2B5EF4-FFF2-40B4-BE49-F238E27FC236}">
                <a16:creationId xmlns:a16="http://schemas.microsoft.com/office/drawing/2014/main" id="{3E54F5A2-29EC-B3A7-DC40-45D8990A0E18}"/>
              </a:ext>
            </a:extLst>
          </p:cNvPr>
          <p:cNvSpPr/>
          <p:nvPr/>
        </p:nvSpPr>
        <p:spPr>
          <a:xfrm>
            <a:off x="4375438" y="340139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8CD782C8-09CB-612B-E372-B55DB86DFC4A}"/>
              </a:ext>
            </a:extLst>
          </p:cNvPr>
          <p:cNvSpPr/>
          <p:nvPr/>
        </p:nvSpPr>
        <p:spPr>
          <a:xfrm>
            <a:off x="4031224" y="3626874"/>
            <a:ext cx="963562" cy="1123335"/>
          </a:xfrm>
          <a:prstGeom prst="can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E1124FC1-08FF-B4EB-1B18-EC75D4C1F7B0}"/>
              </a:ext>
            </a:extLst>
          </p:cNvPr>
          <p:cNvSpPr/>
          <p:nvPr/>
        </p:nvSpPr>
        <p:spPr>
          <a:xfrm>
            <a:off x="275304" y="5493154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Parallelogram 6">
            <a:extLst>
              <a:ext uri="{FF2B5EF4-FFF2-40B4-BE49-F238E27FC236}">
                <a16:creationId xmlns:a16="http://schemas.microsoft.com/office/drawing/2014/main" id="{7FFDE75E-C2CA-4FFE-94B1-0435D24B1C0B}"/>
              </a:ext>
            </a:extLst>
          </p:cNvPr>
          <p:cNvSpPr/>
          <p:nvPr/>
        </p:nvSpPr>
        <p:spPr>
          <a:xfrm>
            <a:off x="2118852" y="5485169"/>
            <a:ext cx="1356851" cy="353961"/>
          </a:xfrm>
          <a:prstGeom prst="parallelogram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EAA0EA-8506-50E1-DCDD-D6EE669F4854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2878393" y="762927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C717C93-88F2-555A-1691-AD8FFBCF2FC6}"/>
              </a:ext>
            </a:extLst>
          </p:cNvPr>
          <p:cNvSpPr txBox="1"/>
          <p:nvPr/>
        </p:nvSpPr>
        <p:spPr>
          <a:xfrm>
            <a:off x="5225845" y="2270630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D442E39-8888-3345-9F63-ADEB9F74B54C}"/>
              </a:ext>
            </a:extLst>
          </p:cNvPr>
          <p:cNvSpPr txBox="1"/>
          <p:nvPr/>
        </p:nvSpPr>
        <p:spPr>
          <a:xfrm>
            <a:off x="5225845" y="801407"/>
            <a:ext cx="1273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Text chunks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B60AFD-2E48-2090-90DA-08868A1FA8C5}"/>
              </a:ext>
            </a:extLst>
          </p:cNvPr>
          <p:cNvSpPr txBox="1"/>
          <p:nvPr/>
        </p:nvSpPr>
        <p:spPr>
          <a:xfrm>
            <a:off x="5235762" y="3855770"/>
            <a:ext cx="17209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Vector Database</a:t>
            </a:r>
            <a:endParaRPr lang="en-IN" dirty="0"/>
          </a:p>
        </p:txBody>
      </p:sp>
      <p:sp>
        <p:nvSpPr>
          <p:cNvPr id="12" name="Rectangle: Beveled 11">
            <a:extLst>
              <a:ext uri="{FF2B5EF4-FFF2-40B4-BE49-F238E27FC236}">
                <a16:creationId xmlns:a16="http://schemas.microsoft.com/office/drawing/2014/main" id="{9AF9CDE6-94F4-E023-0FF7-C990F6F36424}"/>
              </a:ext>
            </a:extLst>
          </p:cNvPr>
          <p:cNvSpPr/>
          <p:nvPr/>
        </p:nvSpPr>
        <p:spPr>
          <a:xfrm>
            <a:off x="4490622" y="5493154"/>
            <a:ext cx="1160209" cy="687026"/>
          </a:xfrm>
          <a:prstGeom prst="bevel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rgbClr val="FF0000"/>
                </a:solidFill>
                <a:latin typeface="Google Sans"/>
              </a:rPr>
              <a:t>Retriever</a:t>
            </a:r>
            <a:endParaRPr lang="en-IN" sz="1600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CE17A2-79B1-6C2F-69AE-871ADBBE8B14}"/>
              </a:ext>
            </a:extLst>
          </p:cNvPr>
          <p:cNvSpPr txBox="1"/>
          <p:nvPr/>
        </p:nvSpPr>
        <p:spPr>
          <a:xfrm>
            <a:off x="4232648" y="6312912"/>
            <a:ext cx="1713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Semantic search</a:t>
            </a:r>
            <a:endParaRPr lang="en-IN" dirty="0"/>
          </a:p>
        </p:txBody>
      </p:sp>
      <p:sp>
        <p:nvSpPr>
          <p:cNvPr id="14" name="Flowchart: Multidocument 13">
            <a:extLst>
              <a:ext uri="{FF2B5EF4-FFF2-40B4-BE49-F238E27FC236}">
                <a16:creationId xmlns:a16="http://schemas.microsoft.com/office/drawing/2014/main" id="{5FC1B858-3608-C00C-74D5-B673E62C2B82}"/>
              </a:ext>
            </a:extLst>
          </p:cNvPr>
          <p:cNvSpPr/>
          <p:nvPr/>
        </p:nvSpPr>
        <p:spPr>
          <a:xfrm>
            <a:off x="6604396" y="5572428"/>
            <a:ext cx="704572" cy="549375"/>
          </a:xfrm>
          <a:prstGeom prst="flowChartMultidocumen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Flowchart: Multidocument 14">
            <a:extLst>
              <a:ext uri="{FF2B5EF4-FFF2-40B4-BE49-F238E27FC236}">
                <a16:creationId xmlns:a16="http://schemas.microsoft.com/office/drawing/2014/main" id="{A0F20342-5699-0F9E-4EC5-7D6332FE9E46}"/>
              </a:ext>
            </a:extLst>
          </p:cNvPr>
          <p:cNvSpPr/>
          <p:nvPr/>
        </p:nvSpPr>
        <p:spPr>
          <a:xfrm>
            <a:off x="3950235" y="900567"/>
            <a:ext cx="707840" cy="715793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Flowchart: Multidocument 15">
            <a:extLst>
              <a:ext uri="{FF2B5EF4-FFF2-40B4-BE49-F238E27FC236}">
                <a16:creationId xmlns:a16="http://schemas.microsoft.com/office/drawing/2014/main" id="{45C86EA8-BE5E-13B8-055C-469034960223}"/>
              </a:ext>
            </a:extLst>
          </p:cNvPr>
          <p:cNvSpPr/>
          <p:nvPr/>
        </p:nvSpPr>
        <p:spPr>
          <a:xfrm>
            <a:off x="4375438" y="2097399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Flowchart: Multidocument 16">
            <a:extLst>
              <a:ext uri="{FF2B5EF4-FFF2-40B4-BE49-F238E27FC236}">
                <a16:creationId xmlns:a16="http://schemas.microsoft.com/office/drawing/2014/main" id="{764F3D06-C246-AB3A-6422-758F3CB217C6}"/>
              </a:ext>
            </a:extLst>
          </p:cNvPr>
          <p:cNvSpPr/>
          <p:nvPr/>
        </p:nvSpPr>
        <p:spPr>
          <a:xfrm>
            <a:off x="4031224" y="2577578"/>
            <a:ext cx="707840" cy="715793"/>
          </a:xfrm>
          <a:prstGeom prst="flowChartMultidocument">
            <a:avLst/>
          </a:prstGeom>
          <a:solidFill>
            <a:schemeClr val="accent5"/>
          </a:solidFill>
          <a:ln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662EDC4-CBF8-9610-8BC1-F11BF5D08268}"/>
              </a:ext>
            </a:extLst>
          </p:cNvPr>
          <p:cNvCxnSpPr>
            <a:cxnSpLocks/>
          </p:cNvCxnSpPr>
          <p:nvPr/>
        </p:nvCxnSpPr>
        <p:spPr>
          <a:xfrm>
            <a:off x="4513004" y="1616360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A037EA1-67DE-8776-D0BA-A5B0B5736D76}"/>
              </a:ext>
            </a:extLst>
          </p:cNvPr>
          <p:cNvCxnSpPr>
            <a:cxnSpLocks/>
          </p:cNvCxnSpPr>
          <p:nvPr/>
        </p:nvCxnSpPr>
        <p:spPr>
          <a:xfrm>
            <a:off x="4508085" y="3223248"/>
            <a:ext cx="0" cy="411504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rallelogram 19">
            <a:extLst>
              <a:ext uri="{FF2B5EF4-FFF2-40B4-BE49-F238E27FC236}">
                <a16:creationId xmlns:a16="http://schemas.microsoft.com/office/drawing/2014/main" id="{69EEC879-1558-D378-B2D5-EEDACD5458FC}"/>
              </a:ext>
            </a:extLst>
          </p:cNvPr>
          <p:cNvSpPr/>
          <p:nvPr/>
        </p:nvSpPr>
        <p:spPr>
          <a:xfrm>
            <a:off x="7561725" y="5642485"/>
            <a:ext cx="1356851" cy="353961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6EBC704-292C-A75E-3CB9-132EF3132F40}"/>
              </a:ext>
            </a:extLst>
          </p:cNvPr>
          <p:cNvSpPr txBox="1"/>
          <p:nvPr/>
        </p:nvSpPr>
        <p:spPr>
          <a:xfrm>
            <a:off x="6341891" y="6312912"/>
            <a:ext cx="25061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/>
              <a:t>Result chunks  +  user query</a:t>
            </a:r>
            <a:endParaRPr lang="en-IN" sz="16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02D8F5-38D7-D767-33E3-D7C4F74094A9}"/>
              </a:ext>
            </a:extLst>
          </p:cNvPr>
          <p:cNvSpPr txBox="1"/>
          <p:nvPr/>
        </p:nvSpPr>
        <p:spPr>
          <a:xfrm>
            <a:off x="275304" y="5975049"/>
            <a:ext cx="1229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user query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4DEAF85-05CC-B2BE-927E-ED703CFDDD7F}"/>
              </a:ext>
            </a:extLst>
          </p:cNvPr>
          <p:cNvSpPr txBox="1"/>
          <p:nvPr/>
        </p:nvSpPr>
        <p:spPr>
          <a:xfrm>
            <a:off x="2043980" y="5975049"/>
            <a:ext cx="1335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Embeddings</a:t>
            </a:r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36CD511D-C426-AA11-6B68-24D9E0465DE4}"/>
              </a:ext>
            </a:extLst>
          </p:cNvPr>
          <p:cNvSpPr/>
          <p:nvPr/>
        </p:nvSpPr>
        <p:spPr>
          <a:xfrm>
            <a:off x="6388196" y="5368413"/>
            <a:ext cx="2600265" cy="138634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993F7677-A2B8-038E-E81F-6F0952F92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8034" y="5593799"/>
            <a:ext cx="1270899" cy="749351"/>
          </a:xfrm>
          <a:prstGeom prst="rect">
            <a:avLst/>
          </a:prstGeom>
        </p:spPr>
      </p:pic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8B00F06-0603-19C7-06B0-B613013F6572}"/>
              </a:ext>
            </a:extLst>
          </p:cNvPr>
          <p:cNvSpPr/>
          <p:nvPr/>
        </p:nvSpPr>
        <p:spPr>
          <a:xfrm>
            <a:off x="11071123" y="5662149"/>
            <a:ext cx="1052051" cy="528480"/>
          </a:xfrm>
          <a:prstGeom prst="round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Final output</a:t>
            </a:r>
            <a:endParaRPr lang="en-IN" sz="1400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0AD65E-63D7-29F5-6AB1-7859DB616CF5}"/>
              </a:ext>
            </a:extLst>
          </p:cNvPr>
          <p:cNvSpPr txBox="1"/>
          <p:nvPr/>
        </p:nvSpPr>
        <p:spPr>
          <a:xfrm>
            <a:off x="9865771" y="6304423"/>
            <a:ext cx="5774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3771E6-6BCD-8C31-4AC1-3B88C7EDD09E}"/>
              </a:ext>
            </a:extLst>
          </p:cNvPr>
          <p:cNvCxnSpPr>
            <a:cxnSpLocks/>
            <a:stCxn id="6" idx="2"/>
            <a:endCxn id="7" idx="5"/>
          </p:cNvCxnSpPr>
          <p:nvPr/>
        </p:nvCxnSpPr>
        <p:spPr>
          <a:xfrm flipV="1">
            <a:off x="1587910" y="5662150"/>
            <a:ext cx="575187" cy="798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7D7C39A-3105-084D-BC28-91AF03178B9B}"/>
              </a:ext>
            </a:extLst>
          </p:cNvPr>
          <p:cNvCxnSpPr>
            <a:cxnSpLocks/>
            <a:stCxn id="7" idx="2"/>
            <a:endCxn id="12" idx="4"/>
          </p:cNvCxnSpPr>
          <p:nvPr/>
        </p:nvCxnSpPr>
        <p:spPr>
          <a:xfrm>
            <a:off x="3431458" y="5662150"/>
            <a:ext cx="1059164" cy="174517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1B56B58-08BC-C245-D65F-CBF13C9687F2}"/>
              </a:ext>
            </a:extLst>
          </p:cNvPr>
          <p:cNvCxnSpPr>
            <a:cxnSpLocks/>
            <a:stCxn id="5" idx="3"/>
            <a:endCxn id="12" idx="6"/>
          </p:cNvCxnSpPr>
          <p:nvPr/>
        </p:nvCxnSpPr>
        <p:spPr>
          <a:xfrm>
            <a:off x="4513005" y="4750209"/>
            <a:ext cx="557722" cy="742945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DC52B30-F7D9-844A-2AD1-F5A3F9444C27}"/>
              </a:ext>
            </a:extLst>
          </p:cNvPr>
          <p:cNvCxnSpPr>
            <a:cxnSpLocks/>
            <a:stCxn id="12" idx="0"/>
            <a:endCxn id="14" idx="1"/>
          </p:cNvCxnSpPr>
          <p:nvPr/>
        </p:nvCxnSpPr>
        <p:spPr>
          <a:xfrm>
            <a:off x="5650831" y="5836667"/>
            <a:ext cx="953565" cy="1044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D1869A07-B48D-F080-44DA-72D90D393146}"/>
              </a:ext>
            </a:extLst>
          </p:cNvPr>
          <p:cNvCxnSpPr>
            <a:stCxn id="6" idx="0"/>
            <a:endCxn id="20" idx="0"/>
          </p:cNvCxnSpPr>
          <p:nvPr/>
        </p:nvCxnSpPr>
        <p:spPr>
          <a:xfrm rot="16200000" flipH="1">
            <a:off x="4522274" y="1924609"/>
            <a:ext cx="149331" cy="7286421"/>
          </a:xfrm>
          <a:prstGeom prst="bentConnector3">
            <a:avLst>
              <a:gd name="adj1" fmla="val -26501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5E4730E-FAD3-419D-0D80-F811CCF3A01F}"/>
              </a:ext>
            </a:extLst>
          </p:cNvPr>
          <p:cNvCxnSpPr>
            <a:cxnSpLocks/>
          </p:cNvCxnSpPr>
          <p:nvPr/>
        </p:nvCxnSpPr>
        <p:spPr>
          <a:xfrm>
            <a:off x="8993508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2066384-6C10-E2CB-D584-086636491637}"/>
              </a:ext>
            </a:extLst>
          </p:cNvPr>
          <p:cNvCxnSpPr>
            <a:cxnSpLocks/>
          </p:cNvCxnSpPr>
          <p:nvPr/>
        </p:nvCxnSpPr>
        <p:spPr>
          <a:xfrm>
            <a:off x="10708047" y="5993367"/>
            <a:ext cx="287594" cy="3079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598D784-D080-A067-A549-CABA9E5E1DB8}"/>
              </a:ext>
            </a:extLst>
          </p:cNvPr>
          <p:cNvSpPr txBox="1"/>
          <p:nvPr/>
        </p:nvSpPr>
        <p:spPr>
          <a:xfrm>
            <a:off x="1853338" y="1288146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Loaded PDF</a:t>
            </a:r>
            <a:endParaRPr lang="en-IN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4A21C75-CFEF-BCE9-4ECE-E1C39F2D5D16}"/>
              </a:ext>
            </a:extLst>
          </p:cNvPr>
          <p:cNvSpPr txBox="1"/>
          <p:nvPr/>
        </p:nvSpPr>
        <p:spPr>
          <a:xfrm>
            <a:off x="7308968" y="5576286"/>
            <a:ext cx="4277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+ </a:t>
            </a:r>
            <a:endParaRPr lang="en-IN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D4C528CB-21CC-4B3A-0F04-C86E255F899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4" y="298715"/>
            <a:ext cx="916800" cy="916800"/>
          </a:xfrm>
          <a:prstGeom prst="rect">
            <a:avLst/>
          </a:prstGeom>
        </p:spPr>
      </p:pic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EC67BE16-2BD1-9CF2-FD68-D7E0D4714A27}"/>
              </a:ext>
            </a:extLst>
          </p:cNvPr>
          <p:cNvCxnSpPr>
            <a:cxnSpLocks/>
          </p:cNvCxnSpPr>
          <p:nvPr/>
        </p:nvCxnSpPr>
        <p:spPr>
          <a:xfrm>
            <a:off x="1262216" y="753173"/>
            <a:ext cx="739878" cy="0"/>
          </a:xfrm>
          <a:prstGeom prst="straightConnector1">
            <a:avLst/>
          </a:prstGeom>
          <a:ln>
            <a:solidFill>
              <a:schemeClr val="tx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C2CD088-059D-6BDC-7261-F9767B64D0CF}"/>
              </a:ext>
            </a:extLst>
          </p:cNvPr>
          <p:cNvSpPr txBox="1"/>
          <p:nvPr/>
        </p:nvSpPr>
        <p:spPr>
          <a:xfrm>
            <a:off x="401975" y="1280460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PDF</a:t>
            </a:r>
            <a:endParaRPr lang="en-IN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61DE53C-1BD1-391A-10DC-18844D014597}"/>
              </a:ext>
            </a:extLst>
          </p:cNvPr>
          <p:cNvSpPr txBox="1"/>
          <p:nvPr/>
        </p:nvSpPr>
        <p:spPr>
          <a:xfrm>
            <a:off x="1173861" y="252009"/>
            <a:ext cx="946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Document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Loader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7C557C1-D39E-FA79-9E0D-2B7334D3FD95}"/>
              </a:ext>
            </a:extLst>
          </p:cNvPr>
          <p:cNvSpPr txBox="1"/>
          <p:nvPr/>
        </p:nvSpPr>
        <p:spPr>
          <a:xfrm>
            <a:off x="2958444" y="285608"/>
            <a:ext cx="7139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Text</a:t>
            </a:r>
          </a:p>
          <a:p>
            <a:r>
              <a:rPr lang="en-US" sz="1400" dirty="0">
                <a:solidFill>
                  <a:srgbClr val="FF0000"/>
                </a:solidFill>
              </a:rPr>
              <a:t>Splitter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975A17-AC4B-5EF2-6E90-549F8648098F}"/>
              </a:ext>
            </a:extLst>
          </p:cNvPr>
          <p:cNvSpPr txBox="1"/>
          <p:nvPr/>
        </p:nvSpPr>
        <p:spPr>
          <a:xfrm>
            <a:off x="4559352" y="159952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60AE68-1AAE-AD0D-6480-8C918B9353A8}"/>
              </a:ext>
            </a:extLst>
          </p:cNvPr>
          <p:cNvSpPr txBox="1"/>
          <p:nvPr/>
        </p:nvSpPr>
        <p:spPr>
          <a:xfrm>
            <a:off x="1286401" y="5143793"/>
            <a:ext cx="15151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</a:rPr>
              <a:t>embedding model</a:t>
            </a:r>
            <a:endParaRPr lang="en-IN" sz="1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350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8B835-0DE9-6C99-5F93-CF30B7D4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2A3109-E82E-F0A0-608C-CCEBB4FA7105}"/>
              </a:ext>
            </a:extLst>
          </p:cNvPr>
          <p:cNvSpPr txBox="1"/>
          <p:nvPr/>
        </p:nvSpPr>
        <p:spPr>
          <a:xfrm>
            <a:off x="294967" y="334748"/>
            <a:ext cx="1055001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</a:t>
            </a:r>
            <a:r>
              <a:rPr lang="en-US" b="1" dirty="0" err="1"/>
              <a:t>LangChain</a:t>
            </a:r>
            <a:r>
              <a:rPr lang="en-US" dirty="0"/>
              <a:t>, </a:t>
            </a:r>
            <a:r>
              <a:rPr lang="en-US" b="1" dirty="0"/>
              <a:t>embeddings</a:t>
            </a:r>
            <a:r>
              <a:rPr lang="en-US" dirty="0"/>
              <a:t> are </a:t>
            </a:r>
            <a:r>
              <a:rPr lang="en-US" i="1" dirty="0">
                <a:solidFill>
                  <a:srgbClr val="FF0000"/>
                </a:solidFill>
              </a:rPr>
              <a:t>numerical vector representations </a:t>
            </a:r>
            <a:r>
              <a:rPr lang="en-US" dirty="0"/>
              <a:t>of text that </a:t>
            </a:r>
            <a:r>
              <a:rPr lang="en-US" b="1" dirty="0"/>
              <a:t>capture the </a:t>
            </a:r>
            <a:r>
              <a:rPr lang="en-US" b="1" i="1" dirty="0">
                <a:solidFill>
                  <a:srgbClr val="FF0000"/>
                </a:solidFill>
              </a:rPr>
              <a:t>semantic meaning</a:t>
            </a:r>
            <a:r>
              <a:rPr lang="en-US" i="1" dirty="0">
                <a:solidFill>
                  <a:srgbClr val="FF0000"/>
                </a:solidFill>
              </a:rPr>
              <a:t> </a:t>
            </a:r>
            <a:r>
              <a:rPr lang="en-US" dirty="0"/>
              <a:t>of words, sentences, or documents.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31B34A-E4E3-9A45-88D3-B21E70638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52" y="1282431"/>
            <a:ext cx="4188543" cy="10823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90680C-1DA0-FF09-6727-4917EA55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674" y="1282431"/>
            <a:ext cx="2148350" cy="10823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DA2338E-EB7B-491B-E276-5474FAA98B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67" y="2666152"/>
            <a:ext cx="5173464" cy="18967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A061FD6-E0B2-26B5-7524-CA07472E7A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67" y="4745196"/>
            <a:ext cx="4487223" cy="18967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3420ECE-F729-5746-621A-760E677D71D1}"/>
              </a:ext>
            </a:extLst>
          </p:cNvPr>
          <p:cNvSpPr txBox="1"/>
          <p:nvPr/>
        </p:nvSpPr>
        <p:spPr>
          <a:xfrm rot="18479583">
            <a:off x="7607520" y="3114659"/>
            <a:ext cx="1671405" cy="338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Doc -1</a:t>
            </a:r>
            <a:endParaRPr lang="en-IN" sz="1600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1637F62-2AD2-072D-B92B-2C202407C933}"/>
              </a:ext>
            </a:extLst>
          </p:cNvPr>
          <p:cNvCxnSpPr/>
          <p:nvPr/>
        </p:nvCxnSpPr>
        <p:spPr>
          <a:xfrm flipV="1">
            <a:off x="6889424" y="3315871"/>
            <a:ext cx="0" cy="2219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729EB3-4A9A-23DF-EA93-EA1CC6A326CB}"/>
              </a:ext>
            </a:extLst>
          </p:cNvPr>
          <p:cNvCxnSpPr>
            <a:cxnSpLocks/>
          </p:cNvCxnSpPr>
          <p:nvPr/>
        </p:nvCxnSpPr>
        <p:spPr>
          <a:xfrm>
            <a:off x="6903674" y="5535095"/>
            <a:ext cx="34541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D0C11B9-3449-2A27-231C-B93628BA2926}"/>
              </a:ext>
            </a:extLst>
          </p:cNvPr>
          <p:cNvCxnSpPr>
            <a:cxnSpLocks/>
          </p:cNvCxnSpPr>
          <p:nvPr/>
        </p:nvCxnSpPr>
        <p:spPr>
          <a:xfrm flipV="1">
            <a:off x="6889424" y="3315869"/>
            <a:ext cx="2097771" cy="2219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953B5DE-71D8-5CB1-5CC5-2583D3DE6B3C}"/>
              </a:ext>
            </a:extLst>
          </p:cNvPr>
          <p:cNvCxnSpPr>
            <a:cxnSpLocks/>
          </p:cNvCxnSpPr>
          <p:nvPr/>
        </p:nvCxnSpPr>
        <p:spPr>
          <a:xfrm flipV="1">
            <a:off x="6889422" y="3858703"/>
            <a:ext cx="2712698" cy="167639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1DCFAED-BD3B-005A-97FE-73BABBF0E66F}"/>
              </a:ext>
            </a:extLst>
          </p:cNvPr>
          <p:cNvCxnSpPr/>
          <p:nvPr/>
        </p:nvCxnSpPr>
        <p:spPr>
          <a:xfrm flipV="1">
            <a:off x="6889422" y="4162051"/>
            <a:ext cx="2947768" cy="1373046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5C85890-E200-152B-972D-0F1BF1161311}"/>
              </a:ext>
            </a:extLst>
          </p:cNvPr>
          <p:cNvSpPr txBox="1"/>
          <p:nvPr/>
        </p:nvSpPr>
        <p:spPr>
          <a:xfrm rot="19260459">
            <a:off x="8002649" y="3629675"/>
            <a:ext cx="2097771" cy="338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Doc-2</a:t>
            </a:r>
            <a:endParaRPr lang="en-IN" sz="16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B3D7B66-3D10-E67B-B282-F79BA50D6EB8}"/>
              </a:ext>
            </a:extLst>
          </p:cNvPr>
          <p:cNvSpPr txBox="1"/>
          <p:nvPr/>
        </p:nvSpPr>
        <p:spPr>
          <a:xfrm rot="19599646">
            <a:off x="8553236" y="4228029"/>
            <a:ext cx="2097771" cy="549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query</a:t>
            </a:r>
            <a:endParaRPr lang="en-IN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0583B9-1B1D-4AB7-6B90-4FBD27100D77}"/>
              </a:ext>
            </a:extLst>
          </p:cNvPr>
          <p:cNvSpPr txBox="1"/>
          <p:nvPr/>
        </p:nvSpPr>
        <p:spPr>
          <a:xfrm>
            <a:off x="9837190" y="3145436"/>
            <a:ext cx="182195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Cosine Similarity match</a:t>
            </a:r>
            <a:endParaRPr lang="en-IN" sz="1200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D93D151-95BA-06EA-0C4E-053F9CFB3926}"/>
              </a:ext>
            </a:extLst>
          </p:cNvPr>
          <p:cNvCxnSpPr/>
          <p:nvPr/>
        </p:nvCxnSpPr>
        <p:spPr>
          <a:xfrm>
            <a:off x="3962400" y="2094271"/>
            <a:ext cx="4400906" cy="2496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974BB8D-4BB0-8EA8-1D45-9835F8698234}"/>
              </a:ext>
            </a:extLst>
          </p:cNvPr>
          <p:cNvCxnSpPr/>
          <p:nvPr/>
        </p:nvCxnSpPr>
        <p:spPr>
          <a:xfrm>
            <a:off x="8129797" y="2364800"/>
            <a:ext cx="1053532" cy="20606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E325BB6-E1F4-ED26-D7CC-CE4D620A8AB0}"/>
              </a:ext>
            </a:extLst>
          </p:cNvPr>
          <p:cNvSpPr/>
          <p:nvPr/>
        </p:nvSpPr>
        <p:spPr>
          <a:xfrm rot="19955700">
            <a:off x="7593627" y="4118796"/>
            <a:ext cx="2983271" cy="728681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341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0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6000"/>
                            </p:stCondLst>
                            <p:childTnLst>
                              <p:par>
                                <p:cTn id="6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500"/>
                            </p:stCondLst>
                            <p:childTnLst>
                              <p:par>
                                <p:cTn id="7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4" grpId="0"/>
      <p:bldP spid="19" grpId="0"/>
      <p:bldP spid="20" grpId="0"/>
      <p:bldP spid="21" grpId="0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87F35-9262-1C4A-EFBE-2ECC5648C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1CC6A9-F41F-AB0B-486D-00F620FB1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9258" y="295879"/>
            <a:ext cx="8430802" cy="2353003"/>
          </a:xfrm>
          <a:prstGeom prst="roundRect">
            <a:avLst>
              <a:gd name="adj" fmla="val 9981"/>
            </a:avLst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03CEF1-7DC0-F006-C59F-3EE85C4C8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6810" y="2947220"/>
            <a:ext cx="8278380" cy="3172268"/>
          </a:xfrm>
          <a:prstGeom prst="roundRect">
            <a:avLst>
              <a:gd name="adj" fmla="val 9848"/>
            </a:avLst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9391CD-A81D-5ECB-7962-3198B6C99C70}"/>
              </a:ext>
            </a:extLst>
          </p:cNvPr>
          <p:cNvSpPr txBox="1"/>
          <p:nvPr/>
        </p:nvSpPr>
        <p:spPr>
          <a:xfrm>
            <a:off x="3008671" y="6233160"/>
            <a:ext cx="6567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linkClick r:id="rId4"/>
              </a:rPr>
              <a:t>https://python.langchain.com/docs/concepts/embedding_models/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445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DB9B0-30ED-AE1B-1FEF-793B544406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5000B2C-7D20-FF0B-3625-78B1C2307157}"/>
              </a:ext>
            </a:extLst>
          </p:cNvPr>
          <p:cNvSpPr txBox="1"/>
          <p:nvPr/>
        </p:nvSpPr>
        <p:spPr>
          <a:xfrm>
            <a:off x="3483864" y="3044952"/>
            <a:ext cx="61539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THANK YOU FOR YOUR TIME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08768863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6846</TotalTime>
  <Words>84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Google Sans</vt:lpstr>
      <vt:lpstr>Damask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ghost</dc:creator>
  <cp:lastModifiedBy>Coder Zero</cp:lastModifiedBy>
  <cp:revision>178</cp:revision>
  <dcterms:created xsi:type="dcterms:W3CDTF">2020-07-09T14:04:16Z</dcterms:created>
  <dcterms:modified xsi:type="dcterms:W3CDTF">2025-06-14T22:30:56Z</dcterms:modified>
</cp:coreProperties>
</file>