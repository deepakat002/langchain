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4"/>
  </p:notesMasterIdLst>
  <p:sldIdLst>
    <p:sldId id="274" r:id="rId2"/>
    <p:sldId id="333" r:id="rId3"/>
    <p:sldId id="334" r:id="rId4"/>
    <p:sldId id="300" r:id="rId5"/>
    <p:sldId id="335" r:id="rId6"/>
    <p:sldId id="317" r:id="rId7"/>
    <p:sldId id="336" r:id="rId8"/>
    <p:sldId id="337" r:id="rId9"/>
    <p:sldId id="338" r:id="rId10"/>
    <p:sldId id="339" r:id="rId11"/>
    <p:sldId id="340" r:id="rId12"/>
    <p:sldId id="3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348"/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065E2-8AB8-4848-955E-6C0D5851B9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4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726427" y="2659559"/>
            <a:ext cx="4999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Runnable &amp; Chain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8736-725C-55F7-3752-B1CD9440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658256-9D61-71B6-794F-ECA0EAAF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709233"/>
            <a:ext cx="8173591" cy="5439534"/>
          </a:xfrm>
          <a:prstGeom prst="roundRect">
            <a:avLst>
              <a:gd name="adj" fmla="val 10341"/>
            </a:avLst>
          </a:prstGeom>
        </p:spPr>
      </p:pic>
    </p:spTree>
    <p:extLst>
      <p:ext uri="{BB962C8B-B14F-4D97-AF65-F5344CB8AC3E}">
        <p14:creationId xmlns:p14="http://schemas.microsoft.com/office/powerpoint/2010/main" val="102750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6C3B-7D57-00AC-1CA9-6813A713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42CD4-A4DA-8C81-9D5A-EB3479BB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7" y="1286758"/>
            <a:ext cx="4881884" cy="3914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9945F-A232-2259-186D-BBA711F00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884" y="3762358"/>
            <a:ext cx="4614987" cy="28778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CEF234-DA51-F7B8-5084-923B849D0E7B}"/>
              </a:ext>
            </a:extLst>
          </p:cNvPr>
          <p:cNvSpPr/>
          <p:nvPr/>
        </p:nvSpPr>
        <p:spPr>
          <a:xfrm>
            <a:off x="344129" y="2861187"/>
            <a:ext cx="4434348" cy="1789471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12B67-784D-FE8F-08C7-21B1948EA451}"/>
              </a:ext>
            </a:extLst>
          </p:cNvPr>
          <p:cNvSpPr txBox="1"/>
          <p:nvPr/>
        </p:nvSpPr>
        <p:spPr>
          <a:xfrm>
            <a:off x="2990546" y="4630993"/>
            <a:ext cx="1665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Manual process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C6C178-2815-FCB6-A571-70BD2F114C04}"/>
              </a:ext>
            </a:extLst>
          </p:cNvPr>
          <p:cNvSpPr/>
          <p:nvPr/>
        </p:nvSpPr>
        <p:spPr>
          <a:xfrm>
            <a:off x="7232883" y="5201264"/>
            <a:ext cx="3415451" cy="888336"/>
          </a:xfrm>
          <a:prstGeom prst="roundRect">
            <a:avLst>
              <a:gd name="adj" fmla="val 29167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5A623-B847-894F-9523-EA5A822A09E9}"/>
              </a:ext>
            </a:extLst>
          </p:cNvPr>
          <p:cNvSpPr txBox="1"/>
          <p:nvPr/>
        </p:nvSpPr>
        <p:spPr>
          <a:xfrm>
            <a:off x="5792719" y="3934907"/>
            <a:ext cx="1440164" cy="64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runnables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9CEE8-5AAA-0E86-5A29-11CB7A8AC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985" y="236602"/>
            <a:ext cx="3939349" cy="308158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9D000B-4DC3-E48C-2D8E-594F08891EF1}"/>
              </a:ext>
            </a:extLst>
          </p:cNvPr>
          <p:cNvSpPr/>
          <p:nvPr/>
        </p:nvSpPr>
        <p:spPr>
          <a:xfrm>
            <a:off x="6708985" y="1972851"/>
            <a:ext cx="3415451" cy="888336"/>
          </a:xfrm>
          <a:prstGeom prst="roundRect">
            <a:avLst>
              <a:gd name="adj" fmla="val 29167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60C9E1-D008-0738-5614-D66486ED30B4}"/>
              </a:ext>
            </a:extLst>
          </p:cNvPr>
          <p:cNvCxnSpPr>
            <a:stCxn id="10" idx="0"/>
            <a:endCxn id="5" idx="1"/>
          </p:cNvCxnSpPr>
          <p:nvPr/>
        </p:nvCxnSpPr>
        <p:spPr>
          <a:xfrm flipV="1">
            <a:off x="6512801" y="2417019"/>
            <a:ext cx="196184" cy="1517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10C70F-D343-F2C6-BC0E-FD98FFFC59F8}"/>
              </a:ext>
            </a:extLst>
          </p:cNvPr>
          <p:cNvCxnSpPr>
            <a:stCxn id="10" idx="2"/>
            <a:endCxn id="9" idx="1"/>
          </p:cNvCxnSpPr>
          <p:nvPr/>
        </p:nvCxnSpPr>
        <p:spPr>
          <a:xfrm>
            <a:off x="6512801" y="4584547"/>
            <a:ext cx="720082" cy="1060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19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E03B-35FD-40A5-EB8F-728FAFB8903E}"/>
              </a:ext>
            </a:extLst>
          </p:cNvPr>
          <p:cNvSpPr txBox="1"/>
          <p:nvPr/>
        </p:nvSpPr>
        <p:spPr>
          <a:xfrm>
            <a:off x="8406206" y="4992933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Prompt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4E78FFF-7C5E-C86A-5C8B-39EDFE3DB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559" y="1504338"/>
            <a:ext cx="5056949" cy="111588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528A-1B93-653E-C91A-39EC24BB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880E07-4D55-BD07-B582-91BCA1D9828C}"/>
              </a:ext>
            </a:extLst>
          </p:cNvPr>
          <p:cNvGrpSpPr/>
          <p:nvPr/>
        </p:nvGrpSpPr>
        <p:grpSpPr>
          <a:xfrm>
            <a:off x="3261557" y="2791093"/>
            <a:ext cx="5430628" cy="3386429"/>
            <a:chOff x="3261557" y="2791093"/>
            <a:chExt cx="5430628" cy="338642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CD78FE5-BE4A-B21C-ACEE-6DD22605E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1557" y="2791093"/>
              <a:ext cx="5430628" cy="3386429"/>
            </a:xfrm>
            <a:prstGeom prst="roundRect">
              <a:avLst/>
            </a:prstGeom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00082BA-8EF6-300F-113F-7A3A1EB55C23}"/>
                </a:ext>
              </a:extLst>
            </p:cNvPr>
            <p:cNvSpPr/>
            <p:nvPr/>
          </p:nvSpPr>
          <p:spPr>
            <a:xfrm>
              <a:off x="3261557" y="4473677"/>
              <a:ext cx="3984817" cy="462117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7E7507-B784-B460-273B-0372B8A48B7B}"/>
                </a:ext>
              </a:extLst>
            </p:cNvPr>
            <p:cNvSpPr txBox="1"/>
            <p:nvPr/>
          </p:nvSpPr>
          <p:spPr>
            <a:xfrm>
              <a:off x="6768667" y="5002660"/>
              <a:ext cx="749847" cy="408623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Chain</a:t>
              </a:r>
              <a:endParaRPr lang="en-IN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24FB99E-2036-0D65-955D-4B7A4C58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1" y="286701"/>
            <a:ext cx="7954485" cy="1781424"/>
          </a:xfrm>
          <a:prstGeom prst="round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4544EB-5489-5045-BB16-C92C68A1F897}"/>
              </a:ext>
            </a:extLst>
          </p:cNvPr>
          <p:cNvSpPr/>
          <p:nvPr/>
        </p:nvSpPr>
        <p:spPr>
          <a:xfrm>
            <a:off x="3932903" y="4591665"/>
            <a:ext cx="2644878" cy="21630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FA0F-B939-33B0-27F8-4B0A65DB2FC5}"/>
              </a:ext>
            </a:extLst>
          </p:cNvPr>
          <p:cNvSpPr txBox="1"/>
          <p:nvPr/>
        </p:nvSpPr>
        <p:spPr>
          <a:xfrm>
            <a:off x="7970799" y="2900516"/>
            <a:ext cx="4408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format of creating chain using ‘|’ (</a:t>
            </a:r>
            <a:r>
              <a:rPr lang="en-US">
                <a:solidFill>
                  <a:srgbClr val="FF0000"/>
                </a:solidFill>
              </a:rPr>
              <a:t>pipe operator)  </a:t>
            </a:r>
            <a:r>
              <a:rPr lang="en-US" dirty="0">
                <a:solidFill>
                  <a:srgbClr val="FF0000"/>
                </a:solidFill>
              </a:rPr>
              <a:t>is known as </a:t>
            </a:r>
            <a:r>
              <a:rPr lang="en-IN" dirty="0" err="1">
                <a:solidFill>
                  <a:srgbClr val="FF0000"/>
                </a:solidFill>
              </a:rPr>
              <a:t>LangChain's</a:t>
            </a:r>
            <a:r>
              <a:rPr lang="en-IN" dirty="0">
                <a:solidFill>
                  <a:srgbClr val="FF0000"/>
                </a:solidFill>
              </a:rPr>
              <a:t> Expression Language </a:t>
            </a:r>
            <a:r>
              <a:rPr lang="en-IN" dirty="0">
                <a:solidFill>
                  <a:srgbClr val="FFFF00"/>
                </a:solidFill>
              </a:rPr>
              <a:t>(LCEL)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8B2BC4-A827-1562-8D06-7B00EC0F8E29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6577781" y="3500681"/>
            <a:ext cx="1393018" cy="11991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13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017E-FED1-C66B-F70B-26BA4E30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ABBBCF-B8B6-69D2-3C52-4C775D6EC1DE}"/>
              </a:ext>
            </a:extLst>
          </p:cNvPr>
          <p:cNvSpPr txBox="1"/>
          <p:nvPr/>
        </p:nvSpPr>
        <p:spPr>
          <a:xfrm>
            <a:off x="1347020" y="2625493"/>
            <a:ext cx="167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Runnables</a:t>
            </a:r>
            <a:r>
              <a:rPr lang="en-IN" sz="2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CA64F-AB43-D151-CE2C-C4E8B332DC14}"/>
              </a:ext>
            </a:extLst>
          </p:cNvPr>
          <p:cNvSpPr txBox="1"/>
          <p:nvPr/>
        </p:nvSpPr>
        <p:spPr>
          <a:xfrm>
            <a:off x="5732206" y="1250844"/>
            <a:ext cx="3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RunnableSequence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E5260-E567-599C-35A0-393DEF857E84}"/>
              </a:ext>
            </a:extLst>
          </p:cNvPr>
          <p:cNvSpPr txBox="1"/>
          <p:nvPr/>
        </p:nvSpPr>
        <p:spPr>
          <a:xfrm>
            <a:off x="6577779" y="1928927"/>
            <a:ext cx="383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RunnableParallel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371F0-4215-D6B0-3C98-A5E7FB72FFBA}"/>
              </a:ext>
            </a:extLst>
          </p:cNvPr>
          <p:cNvSpPr txBox="1"/>
          <p:nvPr/>
        </p:nvSpPr>
        <p:spPr>
          <a:xfrm>
            <a:off x="6764594" y="2598003"/>
            <a:ext cx="6253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RunnablePassthrough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EAE501-DA7B-C33C-1AFA-2E7FDF7CED19}"/>
              </a:ext>
            </a:extLst>
          </p:cNvPr>
          <p:cNvSpPr txBox="1"/>
          <p:nvPr/>
        </p:nvSpPr>
        <p:spPr>
          <a:xfrm>
            <a:off x="6764594" y="3219722"/>
            <a:ext cx="643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RunnableLambda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01541-BB99-CA5D-3679-2A50BFFE285C}"/>
              </a:ext>
            </a:extLst>
          </p:cNvPr>
          <p:cNvSpPr txBox="1"/>
          <p:nvPr/>
        </p:nvSpPr>
        <p:spPr>
          <a:xfrm>
            <a:off x="6577781" y="4003876"/>
            <a:ext cx="6597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RunnableBranch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C6A04A-A164-80E2-706B-FD8A84438CA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3018504" y="1435510"/>
            <a:ext cx="2713702" cy="142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99C60F-B4DC-68BE-698A-AEDE47BF5E0F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3018504" y="2113593"/>
            <a:ext cx="3559275" cy="74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493F82-3A0A-B3A7-DD2D-4C0CF4553B02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3018504" y="2782669"/>
            <a:ext cx="3746090" cy="73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0CB71F-FBFF-ACDB-B842-1D8753B7665B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3018504" y="2856326"/>
            <a:ext cx="3746090" cy="54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CA27F-97A1-EA90-0822-3B044CE02644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3018504" y="2856326"/>
            <a:ext cx="3559277" cy="133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28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CEC3-A0E2-B8A2-72EF-DA35047D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2EA4F-112C-3182-2EAC-3F9FB351036C}"/>
              </a:ext>
            </a:extLst>
          </p:cNvPr>
          <p:cNvSpPr txBox="1"/>
          <p:nvPr/>
        </p:nvSpPr>
        <p:spPr>
          <a:xfrm>
            <a:off x="196645" y="377784"/>
            <a:ext cx="2261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RunnableSequence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166A9-FEF5-F7CE-855B-CC0D6AC6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55" y="1322806"/>
            <a:ext cx="4229690" cy="5449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464D3C-FF72-D836-28FD-043A7E29F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65" y="154960"/>
            <a:ext cx="9507277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7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3DC9-998E-2373-8682-0100F71D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B1629-A93C-5C08-9CEA-95698308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472" y="134977"/>
            <a:ext cx="9697803" cy="9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4D58D-C9F9-D940-5DB3-22F396AACDB0}"/>
              </a:ext>
            </a:extLst>
          </p:cNvPr>
          <p:cNvSpPr txBox="1"/>
          <p:nvPr/>
        </p:nvSpPr>
        <p:spPr>
          <a:xfrm>
            <a:off x="363794" y="402811"/>
            <a:ext cx="2251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RunnableParallel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8E746-F4D2-B04B-7A65-853DB0F3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357" y="1302542"/>
            <a:ext cx="4934639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0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C885-2922-7B77-16BF-DEB35FA5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E96C93-D267-E15D-5AA4-4FAFA7DBDD38}"/>
              </a:ext>
            </a:extLst>
          </p:cNvPr>
          <p:cNvSpPr txBox="1"/>
          <p:nvPr/>
        </p:nvSpPr>
        <p:spPr>
          <a:xfrm>
            <a:off x="550606" y="631411"/>
            <a:ext cx="2281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RunnablePassthrough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1C71A-15ED-E13D-403B-6F737B9E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1386915"/>
            <a:ext cx="9669224" cy="5087060"/>
          </a:xfrm>
          <a:prstGeom prst="roundRect">
            <a:avLst>
              <a:gd name="adj" fmla="val 9129"/>
            </a:avLst>
          </a:prstGeom>
        </p:spPr>
      </p:pic>
    </p:spTree>
    <p:extLst>
      <p:ext uri="{BB962C8B-B14F-4D97-AF65-F5344CB8AC3E}">
        <p14:creationId xmlns:p14="http://schemas.microsoft.com/office/powerpoint/2010/main" val="103126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8BEA-6EA7-52EF-B831-16708C78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E8C47-B73B-FCD1-B0BA-52CB4F1A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8" y="367858"/>
            <a:ext cx="3834529" cy="5880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37486-D8E3-B0FF-4306-42460AE59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317" y="609205"/>
            <a:ext cx="4274892" cy="564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6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EFA4-EC32-B696-DD50-80F75A5E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4F4E37-AEE7-4722-98A1-D521A31BF88A}"/>
              </a:ext>
            </a:extLst>
          </p:cNvPr>
          <p:cNvSpPr txBox="1"/>
          <p:nvPr/>
        </p:nvSpPr>
        <p:spPr>
          <a:xfrm>
            <a:off x="688258" y="710069"/>
            <a:ext cx="2113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RunnableLambda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437F3-66DB-FC20-CF7C-711AD5E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04" y="94038"/>
            <a:ext cx="7892138" cy="1699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B6A75-1412-178D-519B-C050EB54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94" y="2108157"/>
            <a:ext cx="3845212" cy="45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3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9EBD-72A6-CCD5-E666-22C30377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B573B-A0D6-353E-C58B-D5277F93F71E}"/>
              </a:ext>
            </a:extLst>
          </p:cNvPr>
          <p:cNvSpPr txBox="1"/>
          <p:nvPr/>
        </p:nvSpPr>
        <p:spPr>
          <a:xfrm>
            <a:off x="344129" y="542921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RunnableBranch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D5FD5-376B-708D-F28A-15E2A7FA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48" y="-78658"/>
            <a:ext cx="362852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D160F7-6540-C32A-9A6A-4B5D1571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2" y="1366287"/>
            <a:ext cx="7206340" cy="2608212"/>
          </a:xfrm>
          <a:prstGeom prst="roundRect">
            <a:avLst>
              <a:gd name="adj" fmla="val 10635"/>
            </a:avLst>
          </a:prstGeom>
        </p:spPr>
      </p:pic>
    </p:spTree>
    <p:extLst>
      <p:ext uri="{BB962C8B-B14F-4D97-AF65-F5344CB8AC3E}">
        <p14:creationId xmlns:p14="http://schemas.microsoft.com/office/powerpoint/2010/main" val="177009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12241</TotalTime>
  <Words>72</Words>
  <Application>Microsoft Office PowerPoint</Application>
  <PresentationFormat>Widescreen</PresentationFormat>
  <Paragraphs>37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210</cp:revision>
  <dcterms:created xsi:type="dcterms:W3CDTF">2020-07-09T14:04:16Z</dcterms:created>
  <dcterms:modified xsi:type="dcterms:W3CDTF">2025-07-30T17:23:19Z</dcterms:modified>
</cp:coreProperties>
</file>