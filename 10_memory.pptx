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5"/>
  </p:notesMasterIdLst>
  <p:sldIdLst>
    <p:sldId id="274" r:id="rId2"/>
    <p:sldId id="300" r:id="rId3"/>
    <p:sldId id="315" r:id="rId4"/>
    <p:sldId id="318" r:id="rId5"/>
    <p:sldId id="317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065E2-8AB8-4848-955E-6C0D5851B9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44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4774298" y="3354706"/>
            <a:ext cx="1616977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075471" y="2659559"/>
            <a:ext cx="4041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2E03B-35FD-40A5-EB8F-728FAFB8903E}"/>
              </a:ext>
            </a:extLst>
          </p:cNvPr>
          <p:cNvSpPr txBox="1"/>
          <p:nvPr/>
        </p:nvSpPr>
        <p:spPr>
          <a:xfrm>
            <a:off x="8406206" y="4992933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Prompt</a:t>
            </a:r>
          </a:p>
        </p:txBody>
      </p:sp>
      <p:sp>
        <p:nvSpPr>
          <p:cNvPr id="45" name="Cloud 44">
            <a:extLst>
              <a:ext uri="{FF2B5EF4-FFF2-40B4-BE49-F238E27FC236}">
                <a16:creationId xmlns:a16="http://schemas.microsoft.com/office/drawing/2014/main" id="{D23E2E95-B971-F4D6-106F-EA8AE19D1D09}"/>
              </a:ext>
            </a:extLst>
          </p:cNvPr>
          <p:cNvSpPr/>
          <p:nvPr/>
        </p:nvSpPr>
        <p:spPr>
          <a:xfrm>
            <a:off x="7736672" y="3519949"/>
            <a:ext cx="1572096" cy="645237"/>
          </a:xfrm>
          <a:prstGeom prst="clou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N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76A02B9-CF9E-2774-69EE-A9A644AC3B8A}"/>
              </a:ext>
            </a:extLst>
          </p:cNvPr>
          <p:cNvCxnSpPr>
            <a:stCxn id="26" idx="0"/>
            <a:endCxn id="45" idx="0"/>
          </p:cNvCxnSpPr>
          <p:nvPr/>
        </p:nvCxnSpPr>
        <p:spPr>
          <a:xfrm rot="16200000" flipV="1">
            <a:off x="9542514" y="3607513"/>
            <a:ext cx="1819581" cy="22896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1715BAA-6476-4DA4-F38C-FC5E53C7845F}"/>
              </a:ext>
            </a:extLst>
          </p:cNvPr>
          <p:cNvCxnSpPr>
            <a:stCxn id="45" idx="2"/>
            <a:endCxn id="36" idx="0"/>
          </p:cNvCxnSpPr>
          <p:nvPr/>
        </p:nvCxnSpPr>
        <p:spPr>
          <a:xfrm rot="10800000" flipV="1">
            <a:off x="7522820" y="3842568"/>
            <a:ext cx="218728" cy="17337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D8613-7016-0319-F5B9-EF6138D3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DAAB79-C063-1464-AE14-483F3008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9" y="310675"/>
            <a:ext cx="8379472" cy="6080227"/>
          </a:xfrm>
          <a:prstGeom prst="roundRect">
            <a:avLst>
              <a:gd name="adj" fmla="val 10596"/>
            </a:avLst>
          </a:prstGeom>
        </p:spPr>
      </p:pic>
    </p:spTree>
    <p:extLst>
      <p:ext uri="{BB962C8B-B14F-4D97-AF65-F5344CB8AC3E}">
        <p14:creationId xmlns:p14="http://schemas.microsoft.com/office/powerpoint/2010/main" val="386811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313E-2638-C86A-C168-2F093B5E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8069D6-E4AE-F6FC-330A-30455A79A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78" y="253476"/>
            <a:ext cx="9002270" cy="6091762"/>
          </a:xfrm>
          <a:prstGeom prst="roundRect">
            <a:avLst>
              <a:gd name="adj" fmla="val 8831"/>
            </a:avLst>
          </a:prstGeom>
        </p:spPr>
      </p:pic>
    </p:spTree>
    <p:extLst>
      <p:ext uri="{BB962C8B-B14F-4D97-AF65-F5344CB8AC3E}">
        <p14:creationId xmlns:p14="http://schemas.microsoft.com/office/powerpoint/2010/main" val="345689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017E-FED1-C66B-F70B-26BA4E309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ABBBCF-B8B6-69D2-3C52-4C775D6EC1DE}"/>
              </a:ext>
            </a:extLst>
          </p:cNvPr>
          <p:cNvSpPr txBox="1"/>
          <p:nvPr/>
        </p:nvSpPr>
        <p:spPr>
          <a:xfrm>
            <a:off x="1553500" y="2967335"/>
            <a:ext cx="1474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CA64F-AB43-D151-CE2C-C4E8B332DC14}"/>
              </a:ext>
            </a:extLst>
          </p:cNvPr>
          <p:cNvSpPr txBox="1"/>
          <p:nvPr/>
        </p:nvSpPr>
        <p:spPr>
          <a:xfrm>
            <a:off x="5732206" y="1250844"/>
            <a:ext cx="3097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ConversationBufferMemory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4E5260-E567-599C-35A0-393DEF857E84}"/>
              </a:ext>
            </a:extLst>
          </p:cNvPr>
          <p:cNvSpPr txBox="1"/>
          <p:nvPr/>
        </p:nvSpPr>
        <p:spPr>
          <a:xfrm>
            <a:off x="6577779" y="1791618"/>
            <a:ext cx="3834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ConversationBufferWindowMemory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371F0-4215-D6B0-3C98-A5E7FB72FFBA}"/>
              </a:ext>
            </a:extLst>
          </p:cNvPr>
          <p:cNvSpPr txBox="1"/>
          <p:nvPr/>
        </p:nvSpPr>
        <p:spPr>
          <a:xfrm>
            <a:off x="6764594" y="2598003"/>
            <a:ext cx="6253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ConversationSummaryMemory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EAE501-DA7B-C33C-1AFA-2E7FDF7CED19}"/>
              </a:ext>
            </a:extLst>
          </p:cNvPr>
          <p:cNvSpPr txBox="1"/>
          <p:nvPr/>
        </p:nvSpPr>
        <p:spPr>
          <a:xfrm>
            <a:off x="6764594" y="3219722"/>
            <a:ext cx="6430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ConversationSummaryBufferMemory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01541-BB99-CA5D-3679-2A50BFFE285C}"/>
              </a:ext>
            </a:extLst>
          </p:cNvPr>
          <p:cNvSpPr txBox="1"/>
          <p:nvPr/>
        </p:nvSpPr>
        <p:spPr>
          <a:xfrm>
            <a:off x="6577781" y="4003876"/>
            <a:ext cx="6597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ConversationEntityMemory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19177C-6E6F-60A7-C749-6AF67B211518}"/>
              </a:ext>
            </a:extLst>
          </p:cNvPr>
          <p:cNvSpPr txBox="1"/>
          <p:nvPr/>
        </p:nvSpPr>
        <p:spPr>
          <a:xfrm>
            <a:off x="6081252" y="4625595"/>
            <a:ext cx="6597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VectorStoreRetrieverMemory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C6A04A-A164-80E2-706B-FD8A84438CA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3028336" y="1435510"/>
            <a:ext cx="2703870" cy="1762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99C60F-B4DC-68BE-698A-AEDE47BF5E0F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3028336" y="1976284"/>
            <a:ext cx="3549443" cy="1221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493F82-3A0A-B3A7-DD2D-4C0CF4553B02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 flipV="1">
            <a:off x="3028336" y="2782669"/>
            <a:ext cx="3736258" cy="41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0CB71F-FBFF-ACDB-B842-1D8753B7665B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3028336" y="3198168"/>
            <a:ext cx="3736258" cy="20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CA27F-97A1-EA90-0822-3B044CE02644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>
            <a:off x="3028336" y="3198168"/>
            <a:ext cx="3549445" cy="990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B19359-0293-583A-7A51-1AA034DBC8BB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028336" y="3198168"/>
            <a:ext cx="3052916" cy="1612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1700A6-0842-E2DB-822D-C8052EAB03AC}"/>
              </a:ext>
            </a:extLst>
          </p:cNvPr>
          <p:cNvSpPr txBox="1"/>
          <p:nvPr/>
        </p:nvSpPr>
        <p:spPr>
          <a:xfrm>
            <a:off x="5692875" y="5247314"/>
            <a:ext cx="6597444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ConversationKGMemory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4BC69A-0F2A-9D4B-2319-E606D5A39D1B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>
            <a:off x="3028336" y="3198168"/>
            <a:ext cx="2664539" cy="2192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28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8" grpId="0"/>
      <p:bldP spid="10" grpId="0"/>
      <p:bldP spid="12" grpId="0"/>
      <p:bldP spid="14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4F1A-5E9B-5DAC-C9D1-38A1F2D7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A291CE-0343-C456-1625-22F785D5A453}"/>
              </a:ext>
            </a:extLst>
          </p:cNvPr>
          <p:cNvSpPr txBox="1"/>
          <p:nvPr/>
        </p:nvSpPr>
        <p:spPr>
          <a:xfrm>
            <a:off x="737420" y="651076"/>
            <a:ext cx="2802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ConversationBufferMemory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324B8-D8DD-871E-D7E8-C3E6A2A73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688" y="414962"/>
            <a:ext cx="5836151" cy="3139301"/>
          </a:xfrm>
          <a:prstGeom prst="roundRect">
            <a:avLst>
              <a:gd name="adj" fmla="val 6738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7BF40-2211-8729-C5F4-7DA868959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688" y="3619896"/>
            <a:ext cx="5914809" cy="2823142"/>
          </a:xfrm>
          <a:prstGeom prst="roundRect">
            <a:avLst>
              <a:gd name="adj" fmla="val 11791"/>
            </a:avLst>
          </a:prstGeom>
        </p:spPr>
      </p:pic>
    </p:spTree>
    <p:extLst>
      <p:ext uri="{BB962C8B-B14F-4D97-AF65-F5344CB8AC3E}">
        <p14:creationId xmlns:p14="http://schemas.microsoft.com/office/powerpoint/2010/main" val="268684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465D2-2D3B-EDE7-66FA-2C317F087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9D796-C973-12CB-5BED-61966E34231D}"/>
              </a:ext>
            </a:extLst>
          </p:cNvPr>
          <p:cNvSpPr txBox="1"/>
          <p:nvPr/>
        </p:nvSpPr>
        <p:spPr>
          <a:xfrm>
            <a:off x="599768" y="651076"/>
            <a:ext cx="3903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ConversationBufferWindowMemory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99542-C35A-1820-E82D-5A854BFC9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129" y="166317"/>
            <a:ext cx="5083218" cy="3386785"/>
          </a:xfrm>
          <a:prstGeom prst="roundRect">
            <a:avLst>
              <a:gd name="adj" fmla="val 9699"/>
            </a:avLst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5B55FC-978D-7F71-EE20-C2CCF6B35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129" y="3687837"/>
            <a:ext cx="5012383" cy="2944852"/>
          </a:xfrm>
          <a:prstGeom prst="roundRect">
            <a:avLst>
              <a:gd name="adj" fmla="val 7318"/>
            </a:avLst>
          </a:prstGeom>
        </p:spPr>
      </p:pic>
    </p:spTree>
    <p:extLst>
      <p:ext uri="{BB962C8B-B14F-4D97-AF65-F5344CB8AC3E}">
        <p14:creationId xmlns:p14="http://schemas.microsoft.com/office/powerpoint/2010/main" val="278395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D89E-7F58-C206-532D-AFAD94A7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944753-D62D-D908-933A-0DB9CA59D35B}"/>
              </a:ext>
            </a:extLst>
          </p:cNvPr>
          <p:cNvSpPr txBox="1"/>
          <p:nvPr/>
        </p:nvSpPr>
        <p:spPr>
          <a:xfrm>
            <a:off x="865238" y="7100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ConversationSummaryMemory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B175C-EE6D-0F2B-456F-BB6A7DE78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410" y="228799"/>
            <a:ext cx="7127352" cy="1376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508B2F-68C6-945F-2F5D-824B8553B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6268"/>
            <a:ext cx="6341326" cy="3803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10C147-653E-E9DC-1E56-E67CD8F07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184" y="2086269"/>
            <a:ext cx="5728865" cy="380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14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522C-B4BD-3CCE-9B10-C91B9E6C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81BBF3-07B2-2DCA-E111-88FF1E444A50}"/>
              </a:ext>
            </a:extLst>
          </p:cNvPr>
          <p:cNvSpPr txBox="1"/>
          <p:nvPr/>
        </p:nvSpPr>
        <p:spPr>
          <a:xfrm>
            <a:off x="442452" y="5625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ConversationSummaryBufferMemory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6FD7F-21EF-29D7-E7B2-5B33D7E7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19" y="115746"/>
            <a:ext cx="6610583" cy="1632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3EB0DE-EB1E-1966-67A1-4E395696D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" y="2291055"/>
            <a:ext cx="5839690" cy="4004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5B4F18-AD5A-334A-D193-469C403A2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91055"/>
            <a:ext cx="5752658" cy="300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8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359C-D402-7482-FAB1-4E5AD8C2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DE73E1-E66F-E5A8-5AA8-679EAB27905A}"/>
              </a:ext>
            </a:extLst>
          </p:cNvPr>
          <p:cNvSpPr txBox="1"/>
          <p:nvPr/>
        </p:nvSpPr>
        <p:spPr>
          <a:xfrm>
            <a:off x="658761" y="4151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ConversationEntityMemory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3BE63-4543-A02D-5D5C-57AB32094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987" y="125978"/>
            <a:ext cx="6669212" cy="1848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9FA419-39B6-5981-507D-5A1AC7667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4" y="2517931"/>
            <a:ext cx="5592487" cy="366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885B07-B084-CC2D-2994-8C2985866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398" y="2074149"/>
            <a:ext cx="5592488" cy="455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11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0817-0142-551C-0034-BB170F1B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B7A0AD-CA9C-80D0-786A-80CC53523383}"/>
              </a:ext>
            </a:extLst>
          </p:cNvPr>
          <p:cNvSpPr txBox="1"/>
          <p:nvPr/>
        </p:nvSpPr>
        <p:spPr>
          <a:xfrm>
            <a:off x="353961" y="4740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VectorStoreRetrieverMemory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66CC4-0D4F-27E2-A22A-BDFCEB294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354" y="53169"/>
            <a:ext cx="6060196" cy="1736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C7E853-6923-4A37-8422-79EC02594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88" y="2032386"/>
            <a:ext cx="5054337" cy="46629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E68E04-1CF0-CD4B-B4DD-7334829B2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444" y="2032386"/>
            <a:ext cx="5064591" cy="456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152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9F861-EBE5-0CFC-05E4-C82B8F12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B0B8F5-0564-6C57-764D-4E57AE466550}"/>
              </a:ext>
            </a:extLst>
          </p:cNvPr>
          <p:cNvSpPr txBox="1"/>
          <p:nvPr/>
        </p:nvSpPr>
        <p:spPr>
          <a:xfrm>
            <a:off x="491613" y="5920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ConversationKGMemory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FBEF8-D6B3-874C-F39B-2E035BA07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015" y="103837"/>
            <a:ext cx="5998931" cy="17151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78BCE6-FF5F-A286-BD41-DCCCC25BC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8" y="2213088"/>
            <a:ext cx="5100351" cy="4226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A496D0-1D8F-7E41-A23E-F96F3EE64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980" y="1921850"/>
            <a:ext cx="4705151" cy="46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8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BC34-6520-0EC7-96EC-968BEB78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96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11543</TotalTime>
  <Words>50</Words>
  <Application>Microsoft Office PowerPoint</Application>
  <PresentationFormat>Widescreen</PresentationFormat>
  <Paragraphs>38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Google Sans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204</cp:revision>
  <dcterms:created xsi:type="dcterms:W3CDTF">2020-07-09T14:04:16Z</dcterms:created>
  <dcterms:modified xsi:type="dcterms:W3CDTF">2025-07-29T17:38:30Z</dcterms:modified>
</cp:coreProperties>
</file>