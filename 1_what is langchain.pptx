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8"/>
  </p:notesMasterIdLst>
  <p:sldIdLst>
    <p:sldId id="274" r:id="rId2"/>
    <p:sldId id="301" r:id="rId3"/>
    <p:sldId id="299" r:id="rId4"/>
    <p:sldId id="298" r:id="rId5"/>
    <p:sldId id="302" r:id="rId6"/>
    <p:sldId id="30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E40CD5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settings/organization/api-key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5102942" y="3383281"/>
            <a:ext cx="2674374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176760" y="2695691"/>
            <a:ext cx="5779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What is </a:t>
            </a:r>
            <a:r>
              <a:rPr lang="en-US" sz="4400" dirty="0" err="1"/>
              <a:t>LangChain</a:t>
            </a:r>
            <a:r>
              <a:rPr lang="en-US" sz="4400" dirty="0"/>
              <a:t>?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86F69-EADD-AB61-999B-2EB388B1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793848-236C-BDD3-BD93-1F39154C2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33" y="774574"/>
            <a:ext cx="11806534" cy="5308852"/>
          </a:xfrm>
          <a:prstGeom prst="roundRect">
            <a:avLst>
              <a:gd name="adj" fmla="val 8715"/>
            </a:avLst>
          </a:prstGeom>
        </p:spPr>
      </p:pic>
    </p:spTree>
    <p:extLst>
      <p:ext uri="{BB962C8B-B14F-4D97-AF65-F5344CB8AC3E}">
        <p14:creationId xmlns:p14="http://schemas.microsoft.com/office/powerpoint/2010/main" val="164473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CDA4-E67D-1F12-2F2D-8DF5B93E6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29A60-0C36-D8E6-223C-DF6D468308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98" y="1852212"/>
            <a:ext cx="2930012" cy="2930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46BBCF-3AAC-C988-7FCB-7D78E9DC1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470" y="570271"/>
            <a:ext cx="1894206" cy="1755058"/>
          </a:xfrm>
          <a:prstGeom prst="roundRect">
            <a:avLst>
              <a:gd name="adj" fmla="val 7846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C87E3-86B1-4B74-6928-9871823B8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273" y="2614223"/>
            <a:ext cx="1936018" cy="1755058"/>
          </a:xfrm>
          <a:prstGeom prst="roundRect">
            <a:avLst>
              <a:gd name="adj" fmla="val 10781"/>
            </a:avLst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82D4C-529D-1CA7-05B3-7C3A58123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897" y="4658176"/>
            <a:ext cx="1894206" cy="1947855"/>
          </a:xfrm>
          <a:prstGeom prst="roundRect">
            <a:avLst>
              <a:gd name="adj" fmla="val 8037"/>
            </a:avLst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DBCCB8-3AE0-310A-85BA-90F6B7F1024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3887710" y="1447800"/>
            <a:ext cx="1153760" cy="1869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4DE3F7-20BC-BB0F-836B-25FDA5B6C140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3887710" y="3317218"/>
            <a:ext cx="2480563" cy="174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0CE67E-51D8-DFCE-34BD-A1B071FBB088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3887710" y="3317218"/>
            <a:ext cx="1261187" cy="2314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F61C51-6A87-E3A8-55D6-68FF94DD669C}"/>
              </a:ext>
            </a:extLst>
          </p:cNvPr>
          <p:cNvSpPr txBox="1"/>
          <p:nvPr/>
        </p:nvSpPr>
        <p:spPr>
          <a:xfrm>
            <a:off x="1856042" y="5022498"/>
            <a:ext cx="113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600 pages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25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D69FEFC7-153B-B9E5-0A2D-C1EB2E3EB8E7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592906B4-18A0-49B2-519B-449A5E9DF81C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770EA001-027F-23D4-C6CF-A3BDCCCD543B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57684F05-55C0-2545-C04C-40AB1575C1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301CA45-2B0A-626F-297D-73806AA503F0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9C9912-E134-3559-45D4-E41CECC7302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D776FA-9B87-4221-A693-E4DA7C819E7A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81A57-D196-4A31-50A4-35E6ACB5674F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30ED1A-164C-1E57-A437-55E3A182D8DA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6" name="Rectangle: Beveled 15">
            <a:extLst>
              <a:ext uri="{FF2B5EF4-FFF2-40B4-BE49-F238E27FC236}">
                <a16:creationId xmlns:a16="http://schemas.microsoft.com/office/drawing/2014/main" id="{E083E6C3-381A-2BD5-14AB-4EF20CD618D8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41AD59-FB69-2CF2-F4A8-C063C464233B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9" name="Flowchart: Multidocument 18">
            <a:extLst>
              <a:ext uri="{FF2B5EF4-FFF2-40B4-BE49-F238E27FC236}">
                <a16:creationId xmlns:a16="http://schemas.microsoft.com/office/drawing/2014/main" id="{A968A327-478B-9BFA-B5F3-E6FDCAD49548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Multidocument 23">
            <a:extLst>
              <a:ext uri="{FF2B5EF4-FFF2-40B4-BE49-F238E27FC236}">
                <a16:creationId xmlns:a16="http://schemas.microsoft.com/office/drawing/2014/main" id="{C92D6070-A7F0-B892-09DF-00B844798A72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Multidocument 24">
            <a:extLst>
              <a:ext uri="{FF2B5EF4-FFF2-40B4-BE49-F238E27FC236}">
                <a16:creationId xmlns:a16="http://schemas.microsoft.com/office/drawing/2014/main" id="{EFF0D534-6575-4314-E411-D8F46FBD2DAC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Multidocument 25">
            <a:extLst>
              <a:ext uri="{FF2B5EF4-FFF2-40B4-BE49-F238E27FC236}">
                <a16:creationId xmlns:a16="http://schemas.microsoft.com/office/drawing/2014/main" id="{7BE5A036-733B-E058-A0B7-03324CEFD53D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15A58AB-0128-060E-8ED4-688887FBE9D3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2D30E5-FECC-7063-431A-2E1413B8D875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F16254A8-BC0C-EF5F-FD2E-1B9C901F6E84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739105-884A-9C92-7E16-0A611D3DDD41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86C8F2-8506-DC45-85C1-04033265FD70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E030A5-2055-AA03-5A23-2EF062CD4511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DD6306C-44B4-97EB-BEA9-D52919A539FC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D6651D3-482F-95E0-29DC-D980B83D8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815B5AF-8F15-0536-5224-9AB581068777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117772-4FF5-EFA4-6A1D-EBDD7000BE81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AEFE18-1DA6-75D4-2DE9-19C5AD4FC886}"/>
              </a:ext>
            </a:extLst>
          </p:cNvPr>
          <p:cNvCxnSpPr>
            <a:cxnSpLocks/>
            <a:stCxn id="7" idx="2"/>
            <a:endCxn id="9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8F825A6-556A-CDBC-C591-D0A8880E4ED7}"/>
              </a:ext>
            </a:extLst>
          </p:cNvPr>
          <p:cNvCxnSpPr>
            <a:cxnSpLocks/>
            <a:stCxn id="9" idx="2"/>
            <a:endCxn id="16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236FCE8-40BF-EA16-13F4-1F169CAC5085}"/>
              </a:ext>
            </a:extLst>
          </p:cNvPr>
          <p:cNvCxnSpPr>
            <a:cxnSpLocks/>
            <a:stCxn id="6" idx="3"/>
            <a:endCxn id="16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173A7CB-8319-3CE3-6968-628448DFE7BD}"/>
              </a:ext>
            </a:extLst>
          </p:cNvPr>
          <p:cNvCxnSpPr>
            <a:cxnSpLocks/>
            <a:stCxn id="16" idx="0"/>
            <a:endCxn id="19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3BE4BC6-DB27-C7AF-98C9-835EB12E5AD2}"/>
              </a:ext>
            </a:extLst>
          </p:cNvPr>
          <p:cNvCxnSpPr>
            <a:stCxn id="7" idx="0"/>
            <a:endCxn id="34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9AE22FC-37E5-477D-9EA7-365CF9BAB6AB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53B5C18-1448-1FD5-8790-26F4A1A96BDB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9108207-9977-E777-6997-18F68842EF5C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3397F7-1E9C-8BDC-C877-1D5C0E933D38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1A6C50F9-5C64-C0C7-7D88-2A0E214EE2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40DDA57-7DFE-6BE5-09FB-38E1956EF136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801BDAC-0A87-837D-C568-290C4E229680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B6B893-878C-6405-AD50-B2FDBD744CA9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1CFE03-09B9-347C-CE7C-F9C999F3BD41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28945C-B79D-AA5A-2A72-A557DD8AB9B0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A3CECD-2F71-A83F-75ED-92473503D387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6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4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2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6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4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8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2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6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640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800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72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76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8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2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2" grpId="0"/>
      <p:bldP spid="13" grpId="0"/>
      <p:bldP spid="14" grpId="0"/>
      <p:bldP spid="16" grpId="0" animBg="1"/>
      <p:bldP spid="18" grpId="0"/>
      <p:bldP spid="19" grpId="0" animBg="1"/>
      <p:bldP spid="24" grpId="0" animBg="1"/>
      <p:bldP spid="25" grpId="0" animBg="1"/>
      <p:bldP spid="26" grpId="0" animBg="1"/>
      <p:bldP spid="34" grpId="0" animBg="1"/>
      <p:bldP spid="36" grpId="0"/>
      <p:bldP spid="38" grpId="0"/>
      <p:bldP spid="39" grpId="0"/>
      <p:bldP spid="40" grpId="0" animBg="1"/>
      <p:bldP spid="44" grpId="0" animBg="1"/>
      <p:bldP spid="45" grpId="0"/>
      <p:bldP spid="77" grpId="0"/>
      <p:bldP spid="79" grpId="0"/>
      <p:bldP spid="85" grpId="0"/>
      <p:bldP spid="86" grpId="0"/>
      <p:bldP spid="87" grpId="0"/>
      <p:bldP spid="88" grpId="0"/>
      <p:bldP spid="8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1195-DD4B-1C48-C543-9751A32F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913FE5-BDFA-8B98-1571-F2250710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827" y="159676"/>
            <a:ext cx="8564170" cy="5811061"/>
          </a:xfrm>
          <a:prstGeom prst="roundRect">
            <a:avLst>
              <a:gd name="adj" fmla="val 5506"/>
            </a:avLst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EA8B269-9C3C-2B58-F879-028D537AC493}"/>
              </a:ext>
            </a:extLst>
          </p:cNvPr>
          <p:cNvSpPr txBox="1"/>
          <p:nvPr/>
        </p:nvSpPr>
        <p:spPr>
          <a:xfrm>
            <a:off x="1656827" y="6247188"/>
            <a:ext cx="741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OPENAI API : </a:t>
            </a:r>
            <a:r>
              <a:rPr lang="en-IN" dirty="0">
                <a:hlinkClick r:id="rId3"/>
              </a:rPr>
              <a:t>https://platform.openai.com/settings/organization/api-keys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9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21221-6382-C06F-23EE-88F814DD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5597D-C975-12B2-49CB-47F03C5A6FEF}"/>
              </a:ext>
            </a:extLst>
          </p:cNvPr>
          <p:cNvSpPr txBox="1"/>
          <p:nvPr/>
        </p:nvSpPr>
        <p:spPr>
          <a:xfrm>
            <a:off x="3483864" y="3044952"/>
            <a:ext cx="6153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THANK YOU FOR YOUR TIME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17968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2716</TotalTime>
  <Words>58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Google Sans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163</cp:revision>
  <dcterms:created xsi:type="dcterms:W3CDTF">2020-07-09T14:04:16Z</dcterms:created>
  <dcterms:modified xsi:type="dcterms:W3CDTF">2025-06-11T17:36:25Z</dcterms:modified>
</cp:coreProperties>
</file>